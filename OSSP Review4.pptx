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./shellforge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ShellForge – Student Command Interpreter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Educational Unix/Linux Command Interpreter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(OSSP)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– Review 4   |   Group G-10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CC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2510030245 – Bonthapally Mamatha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CC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2510030073 – Nerella Sreeja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CC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2510030035 – Sriramadasu Anushka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0" y="822960"/>
            <a:ext cx="3657600" cy="219456"/>
          </a:xfrm>
          <a:prstGeom prst="rect">
            <a:avLst/>
          </a:prstGeom>
          <a:solidFill>
            <a:srgbClr val="1A1D1F"/>
          </a:solidFill>
          <a:ln w="9525">
            <a:solidFill>
              <a:srgbClr val="1A1D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042416"/>
            <a:ext cx="3657600" cy="2706624"/>
          </a:xfrm>
          <a:prstGeom prst="rect">
            <a:avLst/>
          </a:prstGeom>
          <a:solidFill>
            <a:srgbClr val="2E3338"/>
          </a:solidFill>
          <a:ln w="9525">
            <a:solidFill>
              <a:srgbClr val="2E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896112"/>
            <a:ext cx="73152" cy="7315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8656" y="896112"/>
            <a:ext cx="73152" cy="7315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76672" y="896112"/>
            <a:ext cx="73152" cy="7315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1133856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student@shellforge:~$ ./shell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Shell &gt; pwd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/home/student/shellforge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Shell &gt; ls | wc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Shell &gt; echo Hi &gt; out.txt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Shell &gt; sleep 20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7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^C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CC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still running...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Shell &gt; exit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OS Theory to Practical Systems Programming”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813816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4617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Systems and Systems Programming (OSSP)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SHELLFORGE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– Why ShellForge?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" cy="27432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060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are hard to understand through theory alone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74320" cy="27432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627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shells like Bash hide their internal working from beginners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274320" cy="27432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not see how commands are parsed and executed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274320" cy="27432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761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system calls, signals, IPC, file descriptors and threads are hard to visualize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64992"/>
            <a:ext cx="274320" cy="27432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328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 small, controlled, educational environment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3931920" cy="3063240"/>
          </a:xfrm>
          <a:prstGeom prst="rect">
            <a:avLst/>
          </a:prstGeom>
          <a:solidFill>
            <a:srgbClr val="232629"/>
          </a:solidFill>
          <a:ln w="9525">
            <a:solidFill>
              <a:srgbClr val="23262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11887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command interpreter in C that shows how a shell works, step by step.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parsing, processes, built-ins, signals, pipes/IPC, file descriptors, I/O redirection, memory debugging, multithreading, synchronization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3154680"/>
            <a:ext cx="914400" cy="457200"/>
          </a:xfrm>
          <a:prstGeom prst="rect">
            <a:avLst/>
          </a:prstGeom>
          <a:solidFill>
            <a:srgbClr val="2E3338"/>
          </a:solidFill>
          <a:ln w="9525">
            <a:solidFill>
              <a:srgbClr val="3A3F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3154680"/>
            <a:ext cx="1097280" cy="457200"/>
          </a:xfrm>
          <a:prstGeom prst="rect">
            <a:avLst/>
          </a:prstGeom>
          <a:solidFill>
            <a:srgbClr val="2E333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72400" y="3154680"/>
            <a:ext cx="868680" cy="457200"/>
          </a:xfrm>
          <a:prstGeom prst="rect">
            <a:avLst/>
          </a:prstGeom>
          <a:solidFill>
            <a:srgbClr val="2E3338"/>
          </a:solidFill>
          <a:ln w="9525">
            <a:solidFill>
              <a:srgbClr val="3A3F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383280"/>
            <a:ext cx="36576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06640" y="3383280"/>
            <a:ext cx="36576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02920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is the interface between the user and the operating system; a command interpreter executes commands by interacting with the OS.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theory is hidden.   Solution: make the shell visible.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– Existing Systems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07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Bash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600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flexible shell; processes, pipes, redirection, scripting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for beginners; OS internals hidden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207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Command Prompt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600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basic file and directory commands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educational explanation of OS internals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67004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automation and system management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for beginners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114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67004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Mini-Shell Projects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understanding OS concepts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functionality; few OS concepts covered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are general-purpose; ShellForge links shell functionality with practical OS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ANALYSIS AND OBJECTIVES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 and Project Objectives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024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GAP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024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APPROACH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261872"/>
            <a:ext cx="21945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 focused on student learning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545336"/>
            <a:ext cx="27432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261872"/>
            <a:ext cx="2651760" cy="566928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261872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Student-oriented command interpreter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B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1938528"/>
            <a:ext cx="21945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parsing is hidden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0" y="2221992"/>
            <a:ext cx="27432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34640" y="1938528"/>
            <a:ext cx="2651760" cy="566928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34640" y="1938528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input handling and parsing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B8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615184"/>
            <a:ext cx="21945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operations hard to observe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2898648"/>
            <a:ext cx="27432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2615184"/>
            <a:ext cx="2651760" cy="566928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2615184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execvp(), waitpid(), pipe(), dup2(), open()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B8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3291840"/>
            <a:ext cx="21945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shells are too complex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0" y="3575304"/>
            <a:ext cx="27432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34640" y="3291840"/>
            <a:ext cx="2651760" cy="566928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34640" y="3291840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controlled shell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96849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B8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" y="3968496"/>
            <a:ext cx="21945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studied separately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4251960"/>
            <a:ext cx="27432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834640" y="3968496"/>
            <a:ext cx="2651760" cy="566928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34640" y="3968496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signals, IPC, FDs and threads in one project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1024128"/>
            <a:ext cx="310896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06440" y="11338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1481328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functional mini shell in C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parsing and execution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process creation and management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built-in commands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OS signals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IPC using pipes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I/O redirection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professional debugging tools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POSIX threads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mutex synchronization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modular, extensible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WAS BUILT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– Incremental OS-Based Development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44018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581912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47672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581912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33472" y="144018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98064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3824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3824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798064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9624" y="144018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14216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9976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79976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014216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Parsing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65776" y="144018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30368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6128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96128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230368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81928" y="144018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46520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12280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0" y="144018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662672" y="1097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98755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28432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662672" y="118872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0574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194767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Pipes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417320" y="240030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581912" y="20574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47672" y="194767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947672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1581912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Debugging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33472" y="240030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798064" y="20574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63824" y="194767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163824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2798064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9624" y="240030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014216" y="20574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79976" y="194767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379976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4014216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&amp; Sync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65776" y="240030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230368" y="20574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96128" y="194767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596128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5230368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81928" y="2400300"/>
            <a:ext cx="164592" cy="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446520" y="20574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12280" y="1947672"/>
            <a:ext cx="237744" cy="2377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812280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64465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ShellForge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5760" y="3154680"/>
            <a:ext cx="4114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02920" y="3264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50292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incrementally through weekly milestones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added one OS concept while keeping earlier functionality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663440" y="3154680"/>
            <a:ext cx="4114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800600" y="3264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80060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implementation; incremental integration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compilation and testing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Linux/POSIX system calls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version control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debugging tools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Journey – Foundation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59105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Shell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92024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REPL-based execution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File/directory commands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Linux commands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ls mkdir touch cat rm cd clear help exit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66544" y="1097280"/>
            <a:ext cx="159105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03704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03704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569464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03704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Input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03704" y="192024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small fixed input size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67328" y="1097280"/>
            <a:ext cx="159105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4488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270248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04488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Parsing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04488" y="192024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strtok()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vs arguments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token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68112" y="1097280"/>
            <a:ext cx="159105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5272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71032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05272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Management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05272" y="192024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execution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68896" y="1097280"/>
            <a:ext cx="1591056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06056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06056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671816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06056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Commands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306056" y="192024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working command interpreter with input, parsing and process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6–10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Journey – Advanced OS Features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59105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Handling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920240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survives Ctrl+C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children are reaped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66544" y="1097280"/>
            <a:ext cx="159105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03704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03704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569464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03704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 and IPC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03704" y="1920240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dup2()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Two-command pipelines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| wc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-ef | grep bash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sample.txt | sort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67328" y="1097280"/>
            <a:ext cx="159105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4488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270248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04488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and Memory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04488" y="1920240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Valgrind, GDB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AddressSanitizer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analysis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0 bytes definitely lost, ERROR SUMMARY 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68112" y="1097280"/>
            <a:ext cx="159105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5272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71032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9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05272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Redirection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05272" y="1920240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output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append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input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2&gt; error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close() dup2()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68896" y="1097280"/>
            <a:ext cx="159105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06056" y="1207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06056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671816" y="12070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06056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306056" y="1920240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pthread_create()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pthread_join()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pthread_detach()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thread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counter + mutex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Race-condition demo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from a basic mini shell to a systems-programming demonstration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ShellForge Architecture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05156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4480" y="1435608"/>
            <a:ext cx="0" cy="18288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" y="1618488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618488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ShellForge Command Line Interface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2002536"/>
            <a:ext cx="0" cy="18288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" y="2185416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185416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Input Handling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554480" y="2569464"/>
            <a:ext cx="0" cy="18288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2752344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75234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Parser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54480" y="3136392"/>
            <a:ext cx="0" cy="182880"/>
          </a:xfrm>
          <a:prstGeom prst="line">
            <a:avLst/>
          </a:prstGeom>
          <a:noFill/>
          <a:ln w="15875">
            <a:solidFill>
              <a:srgbClr val="6B72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" y="3319272"/>
            <a:ext cx="2377440" cy="384048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Analysis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547872"/>
            <a:ext cx="32004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63240" y="1325880"/>
            <a:ext cx="0" cy="2221992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1280160"/>
            <a:ext cx="22860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91840" y="1051560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01568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module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1810512"/>
            <a:ext cx="22860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91840" y="1581912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01568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Commands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→ execvp() → waitpid()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2340864"/>
            <a:ext cx="22860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91840" y="2112264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2112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pipe() + dup2()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63240" y="2871216"/>
            <a:ext cx="22860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91840" y="2642616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01568" y="26426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 + dup2() + close()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63240" y="3401568"/>
            <a:ext cx="228600" cy="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91840" y="3172968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01568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Functions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pthread_create/join + mutex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1051560"/>
            <a:ext cx="1920240" cy="1188720"/>
          </a:xfrm>
          <a:prstGeom prst="rect">
            <a:avLst/>
          </a:prstGeom>
          <a:solidFill>
            <a:srgbClr val="232629"/>
          </a:solidFill>
          <a:ln w="9525">
            <a:solidFill>
              <a:srgbClr val="23262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95160" y="1161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7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SIGINT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SIGCHLD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2240280"/>
            <a:ext cx="0" cy="1417320"/>
          </a:xfrm>
          <a:prstGeom prst="line">
            <a:avLst/>
          </a:prstGeom>
          <a:noFill/>
          <a:ln w="15875">
            <a:solidFill>
              <a:srgbClr val="E7B84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solidFill>
            <a:srgbClr val="232629"/>
          </a:solidFill>
          <a:ln w="9525">
            <a:solidFill>
              <a:srgbClr val="23262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OPERATING SYSTEM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37760" y="3566160"/>
            <a:ext cx="0" cy="18288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each OS mechanism lives in a separate source module.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COMPETENCE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Competence Demonstrated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MANAGEMENT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execvp() waitpid()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105156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AND MEMORY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malloc() realloc() free()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PARSING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strtok()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57416" y="105156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94576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MANAGEMENT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SIGINT  SIGCHLD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0312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487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pipe() dup2()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96312" y="210312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DESCRIPTORS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633472" y="2487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 close() dup2()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26864" y="210312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REDIRECTION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764024" y="2487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&gt;&gt;   &lt;   2&gt;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57416" y="210312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94576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MULTITHREADING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894576" y="2487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pthread_create() pthread_join() pthread_detach()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15468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SYNCHRONIZATION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pthread_mutex_lock() pthread_mutex_unlock()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96312" y="315468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33472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DEBUGGING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633472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Valgrind, GDB, AddressSanitizer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26864" y="3154680"/>
            <a:ext cx="2011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64024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764024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GCC, Makefile, POSIX/Linux, -pthread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57416" y="3154680"/>
            <a:ext cx="2011680" cy="932688"/>
          </a:xfrm>
          <a:prstGeom prst="rect">
            <a:avLst/>
          </a:prstGeom>
          <a:solidFill>
            <a:srgbClr val="232629"/>
          </a:solidFill>
          <a:ln w="9525">
            <a:solidFill>
              <a:srgbClr val="23262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76288" y="315468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low-level OS programming, not only theory.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WAS TESTED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of Results – Functional Validation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115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Commands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08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ls cd mkdir touch cat rm clear help env exit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00584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11556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33472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1115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Execution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33472" y="1508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child; execvp() runs commands; waitpid() synchronizes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111556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64024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129784" y="1115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1508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20 → Ctrl+C → shell keeps running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100584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111556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94576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260336" y="1115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1508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| wc, ps -ef | grep bash, cat sample.txt | sort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24028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350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Overwrite, append, input and error redirection verified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96312" y="224028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33472" y="2350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999232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633472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Valgrind: 0 bytes definitely lost, ERROR SUMMARY 0; GDB workflow verified; ASan build succeeded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6864" y="2240280"/>
            <a:ext cx="2011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235000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64024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129784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764024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creation and joining; mutex-protected data; background monitor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57416" y="2240280"/>
            <a:ext cx="2011680" cy="114300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76288" y="224028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ML-style percentage used. Correctness is shown by functional and integration testing.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3566160"/>
            <a:ext cx="8412480" cy="219456"/>
          </a:xfrm>
          <a:prstGeom prst="rect">
            <a:avLst/>
          </a:prstGeom>
          <a:solidFill>
            <a:srgbClr val="1A1D1F"/>
          </a:solidFill>
          <a:ln w="9525">
            <a:solidFill>
              <a:srgbClr val="1A1D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785616"/>
            <a:ext cx="8412480" cy="347472"/>
          </a:xfrm>
          <a:prstGeom prst="rect">
            <a:avLst/>
          </a:prstGeom>
          <a:solidFill>
            <a:srgbClr val="2E3338"/>
          </a:solidFill>
          <a:ln w="9525">
            <a:solidFill>
              <a:srgbClr val="2E33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639312"/>
            <a:ext cx="73152" cy="7315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" y="3639312"/>
            <a:ext cx="73152" cy="7315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3639312"/>
            <a:ext cx="73152" cy="7315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" y="38770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sleep 20   ^C        $ ls | wc        $ echo Hello &gt; output.txt        $ cat &lt; output.txt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4315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OS feature was validated feature-by-feature and integrated into the final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SETS IT APART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Innovative Features of ShellForge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161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Educational-first design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show how a shell interacts with the 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33472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1161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OS integration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33472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OS concepts in one working 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051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6402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129784" y="1161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has its own source/header module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1051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94576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260336" y="1161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demonstration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execvp() waitpid() pipe() dup2() open() pthread_create()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67004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2670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thread runs while the shell stays usable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96312" y="256032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33472" y="267004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999232" y="2670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demo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633472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protects shared data and shows race-condition prevention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6864" y="256032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267004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6402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129784" y="2670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+ external model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764024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commands vs separate processes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57416" y="2560320"/>
            <a:ext cx="2011680" cy="1371600"/>
          </a:xfrm>
          <a:prstGeom prst="rect">
            <a:avLst/>
          </a:prstGeom>
          <a:solidFill>
            <a:srgbClr val="232629"/>
          </a:solidFill>
          <a:ln w="9525">
            <a:solidFill>
              <a:srgbClr val="23262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76288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ShellForge combines practical shell functionality with a structured demonstration of core OS mechanisms in one lightweight educational system.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TO LAST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and Extensible Design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544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C with standard POSIX/Linux APIs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Lightweight; no proprietary software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development tools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eases maintenance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simplifies build and testing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version control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documents functionality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5544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pipelines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execution using &amp;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Foreground/background job control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quoting and escaping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expansion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built-ins; sigaction() signal handling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support, monitoring and logging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sustainable foundation for future academic and technical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UTILITY TO SOCIETY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to Society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  |   Final Review 4   |   G-10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Utility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544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OS concepts practical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commands interact with the OS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process management and IPC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file descriptors and redirection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exposure to threads and synchronization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Valgrind and GDB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61288"/>
            <a:ext cx="274320" cy="2743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CS Education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5544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laboratory demonstration tool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Systems-programming learning project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for mini-shell experiments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studying Linux system calls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process and thread concepts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impact: students understand the mechanisms behind command-line environments instead of treating the terminal as a black box.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solidFill>
            <a:srgbClr val="E8F8EE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“ShellForge makes Operating Systems concepts visible, interactive and easier to understand.”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$STATUS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017520" cy="2834640"/>
          </a:xfrm>
          <a:prstGeom prst="rect">
            <a:avLst/>
          </a:prstGeom>
          <a:solidFill>
            <a:srgbClr val="2C3135"/>
          </a:solidFill>
          <a:ln w="9525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9844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298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educational mini shell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input, parsing, process execution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and signal handling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Pipes/IPC and I/O redirection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debugging analysis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threads, mutex, monitoring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design; Git/GitHub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1–10 milestones completed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188720"/>
            <a:ext cx="2468880" cy="2834640"/>
          </a:xfrm>
          <a:prstGeom prst="rect">
            <a:avLst/>
          </a:prstGeom>
          <a:solidFill>
            <a:srgbClr val="2C3135"/>
          </a:solidFill>
          <a:ln w="9525">
            <a:solidFill>
              <a:srgbClr val="3A3F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29844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2984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6916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 command interpreter interacts with the OS through practical C code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a basic shell into an integrated systems-programming platform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easy to understand, maintain and extend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OS theory and practice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377440" cy="2834640"/>
          </a:xfrm>
          <a:prstGeom prst="rect">
            <a:avLst/>
          </a:prstGeom>
          <a:solidFill>
            <a:srgbClr val="2C3135"/>
          </a:solidFill>
          <a:ln w="9525">
            <a:solidFill>
              <a:srgbClr val="3A3F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298448"/>
            <a:ext cx="256032" cy="256032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298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6916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job control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pipelines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parsing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expansion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monitoring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capabilities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8138160" cy="0"/>
          </a:xfrm>
          <a:prstGeom prst="line">
            <a:avLst/>
          </a:prstGeom>
          <a:noFill/>
          <a:ln w="9525">
            <a:solidFill>
              <a:srgbClr val="3A3F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ShellForge – From OS Theory to Practical Systems Programming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ShellForge – Student Command Interpreter</dc:title>
  <dc:subject>PptxGenJS Presentation</dc:subject>
  <dc:creator>PptxGenJS</dc:creator>
  <cp:lastModifiedBy>PptxGenJS</cp:lastModifiedBy>
  <cp:revision>1</cp:revision>
  <dcterms:created xsi:type="dcterms:W3CDTF">2026-10-07T15:20:34Z</dcterms:created>
  <dcterms:modified xsi:type="dcterms:W3CDTF">2026-10-07T15:20:34Z</dcterms:modified>
</cp:coreProperties>
</file>